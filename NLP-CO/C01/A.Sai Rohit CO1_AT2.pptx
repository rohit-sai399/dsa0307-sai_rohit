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E131-DFF5-0886-1513-445C8E4EC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7A92-47DF-12B3-F73C-E04773252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B9A9-9252-5722-8807-7A403327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79E2-8011-DE8D-66CD-CC78DD90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92594-B4B9-A551-DCAB-ED90EDD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1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26C5-C96A-443F-D125-6F132EE5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DE39-4174-A7BD-B792-081FCEEA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AEBD1-11FE-384F-6539-29311B36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50E55-192C-6D4D-83EE-B52D8D11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DA91-4E11-96F8-A599-CF32A655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38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93A0-26FE-20BC-BBCD-229623D46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177CA-0DBD-8941-EA90-C6A3F6113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54446-41DA-B0FF-5027-A9AB3756D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EF72-BD16-0E49-C5F1-04BD9000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1B43E-186C-3764-72E9-5DEE4D63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016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0216-324D-89E1-A2FE-FADEAF7F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5DC94-1929-3302-836B-480D72E6F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10C1B-7569-AB12-3D28-62E3BA57F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33110-F924-3D67-7F35-EA76F111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86E35-7DE6-68ED-074D-9B0C7A8E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893BB-8251-4420-A4CA-C4FA8B17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9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CD25-B486-673F-B4A4-C1A72F50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79627-7712-90F7-A68C-A8D2FADB1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383B2-1DBB-CC82-9EB1-4B4955818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3BBCE-9336-06F9-6D37-A5DE4E2F7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D1F43-E60A-6073-6C5D-1618B93BD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A1416-A3D7-1E70-D116-1E0EA824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B572B-B900-C5CC-FA2E-E585ED4A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99CF-8C3A-FC14-D43F-74996DEF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38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606D-3310-164A-65EF-ED455B76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383CF-C858-1E99-9678-E6D612A4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30ABA-B345-E194-7638-3F455881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0C620-2FBF-49EF-82D5-C50AD14D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25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9799C-8549-4C8C-E67A-D6A1FCEF8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2B699-0837-742D-3555-D2495A25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66701-85F1-0E2C-40B7-8654E141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2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20C5-F235-5155-AE32-0301F1CD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8063-345B-B918-E931-4DF075CAB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27582-9C63-66CC-6572-FB6F80C91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065AC-8D8D-B239-C260-84ED8464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C102A-ED25-C08A-E18C-B3AFB56A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37B3C-8CCF-97E2-5CA0-F24AB637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9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3838-591B-E639-0218-50BB5776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8693F-E00D-07A0-98B6-EF7BAEB8A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F189E-8D9B-29F1-8590-D0473725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98416-D68B-DF49-3923-85D01335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CB10B-4A11-1639-19CD-D40F5703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B519E-74BD-2C4B-EEDC-2D5741D8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7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AD2B-75B1-3352-826F-8DB368E6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8E658-0C3E-17A9-DBEA-100281AC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ED5D1-4897-3F5E-A13C-5CFA7889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1F5F6-A61A-9433-624B-11B1EB6B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E0DD-3B96-779D-336D-A9F38B13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73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1AFFA-CAAB-1179-8C27-86486DD05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BD257-0A91-4DE1-328C-EE71E509A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32409-85D9-4F5E-3D1E-17FBFF5B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08F6-BFFF-91B3-F299-B9F28182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28F26-E713-1CFF-C507-1C1832FD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14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F6367-5C69-6601-BCCD-524454B3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848DB-D50A-5629-1926-2C1C8E7CF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1343-9BB7-A1C9-E4F1-A5369B2EE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B45E7-7138-4A46-83DD-9C1E9F37AB8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8F89-3BA7-113A-133C-90C540A5D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F0732-9315-05B2-85E6-5759F3735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D4F39-ACDF-4038-A165-DFBA092E37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2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9316-F31E-D6C9-F0A1-E99412A121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Real-World Text 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82802-1FD8-E46A-9083-03589678DD51}"/>
              </a:ext>
            </a:extLst>
          </p:cNvPr>
          <p:cNvSpPr txBox="1"/>
          <p:nvPr/>
        </p:nvSpPr>
        <p:spPr>
          <a:xfrm>
            <a:off x="-2001981" y="467139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Rohit (19272144)</a:t>
            </a:r>
          </a:p>
          <a:p>
            <a:pPr algn="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1F7D7-A3A8-BA46-8EE5-99965494A17F}"/>
              </a:ext>
            </a:extLst>
          </p:cNvPr>
          <p:cNvSpPr txBox="1"/>
          <p:nvPr/>
        </p:nvSpPr>
        <p:spPr>
          <a:xfrm>
            <a:off x="3678381" y="4671399"/>
            <a:ext cx="746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Dr.K.Anbazhagan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7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BEF6-F07F-675C-1A45-F785AB6E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18C6-BAFC-46B9-7FB1-082707FA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Regular Expressions (Regex)?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 are patterns used to search and manipulate text.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identify specific text formats within large datasets.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supported in programming languages like Python, Java, JavaScript, and C#. </a:t>
            </a: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searching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65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DF24-50F9-59AB-AF46-953F4E83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Using Regex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27CCF6-EAE9-2BE0-D1B9-16E549552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810" y="2460023"/>
            <a:ext cx="8166632" cy="2888337"/>
          </a:xfrm>
        </p:spPr>
      </p:pic>
    </p:spTree>
    <p:extLst>
      <p:ext uri="{BB962C8B-B14F-4D97-AF65-F5344CB8AC3E}">
        <p14:creationId xmlns:p14="http://schemas.microsoft.com/office/powerpoint/2010/main" val="357825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B21D6-B9DA-1218-9342-5C13F61D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E67142-531C-9FC4-5AA5-44FE547822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8335"/>
            <a:ext cx="10002982" cy="366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Extracting Useful Information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Regex can extract: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addresses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numbers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 codes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9738B-E29B-78DE-A012-25AF82AB1853}"/>
              </a:ext>
            </a:extLst>
          </p:cNvPr>
          <p:cNvSpPr txBox="1"/>
          <p:nvPr/>
        </p:nvSpPr>
        <p:spPr>
          <a:xfrm>
            <a:off x="5347855" y="2691949"/>
            <a:ext cx="6096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 Rahul Phone: 9876543210 Email: rahul@gmail.com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→ 9876543210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→ rahul@gmail.com</a:t>
            </a:r>
          </a:p>
        </p:txBody>
      </p:sp>
    </p:spTree>
    <p:extLst>
      <p:ext uri="{BB962C8B-B14F-4D97-AF65-F5344CB8AC3E}">
        <p14:creationId xmlns:p14="http://schemas.microsoft.com/office/powerpoint/2010/main" val="194667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1BE5-3DEE-1A33-77D5-1F9CC325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7238-E58A-70F3-2037-BC2DD5E15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Regex Used?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file analysis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text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pattern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8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2AB1-B03B-B051-CB94-A5E1D420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FAFD11-1B90-34EA-56B3-885C9C18A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6339"/>
            <a:ext cx="10541476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simplify text processing.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efficiently perform pattern matching and information extraction.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Regex is widely used in software development, NLP, cybersecurity, healthcare, and data analytics.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Regex improves automation and text analysis skills. </a:t>
            </a:r>
          </a:p>
        </p:txBody>
      </p:sp>
    </p:spTree>
    <p:extLst>
      <p:ext uri="{BB962C8B-B14F-4D97-AF65-F5344CB8AC3E}">
        <p14:creationId xmlns:p14="http://schemas.microsoft.com/office/powerpoint/2010/main" val="180906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5C96D-77CC-F391-615A-3657EEF0C194}"/>
              </a:ext>
            </a:extLst>
          </p:cNvPr>
          <p:cNvSpPr txBox="1"/>
          <p:nvPr/>
        </p:nvSpPr>
        <p:spPr>
          <a:xfrm>
            <a:off x="3768437" y="24133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0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Regular Expressions for Real-World Text Processing</vt:lpstr>
      <vt:lpstr>Introduction</vt:lpstr>
      <vt:lpstr>Pattern Matching Using Regex</vt:lpstr>
      <vt:lpstr>Information Extraction</vt:lpstr>
      <vt:lpstr>Real-World 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 for Real-World Text Processing</dc:title>
  <dc:creator>A Rohit</dc:creator>
  <cp:lastModifiedBy>A Rohit</cp:lastModifiedBy>
  <cp:revision>1</cp:revision>
  <dcterms:created xsi:type="dcterms:W3CDTF">2026-07-23T03:45:20Z</dcterms:created>
  <dcterms:modified xsi:type="dcterms:W3CDTF">2026-07-23T03:46:19Z</dcterms:modified>
</cp:coreProperties>
</file>